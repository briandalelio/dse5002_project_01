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7479B8-13BD-4E64-BE0A-385DE5AE75E4}" v="1" dt="2025-12-01T00:18:01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'Alelio" userId="fad6f47ead6693d3" providerId="LiveId" clId="{E33E7222-44D9-4CC3-852D-CC34DD70F19A}"/>
    <pc:docChg chg="undo custSel addSld delSld modSld">
      <pc:chgData name="Brian D'Alelio" userId="fad6f47ead6693d3" providerId="LiveId" clId="{E33E7222-44D9-4CC3-852D-CC34DD70F19A}" dt="2025-12-01T02:30:46.230" v="1247" actId="20577"/>
      <pc:docMkLst>
        <pc:docMk/>
      </pc:docMkLst>
      <pc:sldChg chg="modSp mod">
        <pc:chgData name="Brian D'Alelio" userId="fad6f47ead6693d3" providerId="LiveId" clId="{E33E7222-44D9-4CC3-852D-CC34DD70F19A}" dt="2025-12-01T00:18:01.168" v="248"/>
        <pc:sldMkLst>
          <pc:docMk/>
          <pc:sldMk cId="2916541848" sldId="256"/>
        </pc:sldMkLst>
        <pc:spChg chg="mod">
          <ac:chgData name="Brian D'Alelio" userId="fad6f47ead6693d3" providerId="LiveId" clId="{E33E7222-44D9-4CC3-852D-CC34DD70F19A}" dt="2025-12-01T00:18:01.168" v="248"/>
          <ac:spMkLst>
            <pc:docMk/>
            <pc:sldMk cId="2916541848" sldId="256"/>
            <ac:spMk id="2" creationId="{C1871EDD-A815-6FBC-5918-B01EE5097223}"/>
          </ac:spMkLst>
        </pc:spChg>
        <pc:spChg chg="mod">
          <ac:chgData name="Brian D'Alelio" userId="fad6f47ead6693d3" providerId="LiveId" clId="{E33E7222-44D9-4CC3-852D-CC34DD70F19A}" dt="2025-12-01T00:14:58.980" v="247" actId="255"/>
          <ac:spMkLst>
            <pc:docMk/>
            <pc:sldMk cId="2916541848" sldId="256"/>
            <ac:spMk id="3" creationId="{5FE7793F-9C0C-33C0-9EC3-3D33E72034CC}"/>
          </ac:spMkLst>
        </pc:spChg>
      </pc:sldChg>
      <pc:sldChg chg="addSp delSp modSp new mod modClrScheme chgLayout">
        <pc:chgData name="Brian D'Alelio" userId="fad6f47ead6693d3" providerId="LiveId" clId="{E33E7222-44D9-4CC3-852D-CC34DD70F19A}" dt="2025-12-01T01:41:24.854" v="442" actId="20577"/>
        <pc:sldMkLst>
          <pc:docMk/>
          <pc:sldMk cId="435228279" sldId="257"/>
        </pc:sldMkLst>
        <pc:spChg chg="mod ord">
          <ac:chgData name="Brian D'Alelio" userId="fad6f47ead6693d3" providerId="LiveId" clId="{E33E7222-44D9-4CC3-852D-CC34DD70F19A}" dt="2025-12-01T01:41:24.854" v="442" actId="20577"/>
          <ac:spMkLst>
            <pc:docMk/>
            <pc:sldMk cId="435228279" sldId="257"/>
            <ac:spMk id="2" creationId="{D618A4B0-8958-6E03-4628-5B15414EC5D7}"/>
          </ac:spMkLst>
        </pc:spChg>
        <pc:spChg chg="del mod ord">
          <ac:chgData name="Brian D'Alelio" userId="fad6f47ead6693d3" providerId="LiveId" clId="{E33E7222-44D9-4CC3-852D-CC34DD70F19A}" dt="2025-12-01T01:02:41.028" v="268" actId="700"/>
          <ac:spMkLst>
            <pc:docMk/>
            <pc:sldMk cId="435228279" sldId="257"/>
            <ac:spMk id="3" creationId="{AD04C318-DA58-AE51-F41E-17E639137B50}"/>
          </ac:spMkLst>
        </pc:spChg>
        <pc:spChg chg="add del mod ord">
          <ac:chgData name="Brian D'Alelio" userId="fad6f47ead6693d3" providerId="LiveId" clId="{E33E7222-44D9-4CC3-852D-CC34DD70F19A}" dt="2025-12-01T01:08:38.108" v="269" actId="700"/>
          <ac:spMkLst>
            <pc:docMk/>
            <pc:sldMk cId="435228279" sldId="257"/>
            <ac:spMk id="4" creationId="{268D03B2-77EF-1DA2-DD90-859EEB3A4C02}"/>
          </ac:spMkLst>
        </pc:spChg>
        <pc:spChg chg="add del mod ord">
          <ac:chgData name="Brian D'Alelio" userId="fad6f47ead6693d3" providerId="LiveId" clId="{E33E7222-44D9-4CC3-852D-CC34DD70F19A}" dt="2025-12-01T01:08:38.108" v="269" actId="700"/>
          <ac:spMkLst>
            <pc:docMk/>
            <pc:sldMk cId="435228279" sldId="257"/>
            <ac:spMk id="5" creationId="{5A4DD9A0-7D7E-44CE-8586-3F360D43656A}"/>
          </ac:spMkLst>
        </pc:spChg>
        <pc:spChg chg="add del mod ord">
          <ac:chgData name="Brian D'Alelio" userId="fad6f47ead6693d3" providerId="LiveId" clId="{E33E7222-44D9-4CC3-852D-CC34DD70F19A}" dt="2025-12-01T01:11:52.762" v="270" actId="700"/>
          <ac:spMkLst>
            <pc:docMk/>
            <pc:sldMk cId="435228279" sldId="257"/>
            <ac:spMk id="6" creationId="{37E24552-B135-A076-8DCA-E9931B3E3C12}"/>
          </ac:spMkLst>
        </pc:spChg>
        <pc:spChg chg="add del mod ord">
          <ac:chgData name="Brian D'Alelio" userId="fad6f47ead6693d3" providerId="LiveId" clId="{E33E7222-44D9-4CC3-852D-CC34DD70F19A}" dt="2025-12-01T01:11:52.762" v="270" actId="700"/>
          <ac:spMkLst>
            <pc:docMk/>
            <pc:sldMk cId="435228279" sldId="257"/>
            <ac:spMk id="7" creationId="{EC0DE609-5CB3-536A-6042-9292775564C2}"/>
          </ac:spMkLst>
        </pc:spChg>
        <pc:spChg chg="add del mod ord">
          <ac:chgData name="Brian D'Alelio" userId="fad6f47ead6693d3" providerId="LiveId" clId="{E33E7222-44D9-4CC3-852D-CC34DD70F19A}" dt="2025-12-01T01:11:52.762" v="270" actId="700"/>
          <ac:spMkLst>
            <pc:docMk/>
            <pc:sldMk cId="435228279" sldId="257"/>
            <ac:spMk id="8" creationId="{B7C56013-36BE-0137-2ECB-7383C8472FE6}"/>
          </ac:spMkLst>
        </pc:spChg>
        <pc:spChg chg="add del mod ord">
          <ac:chgData name="Brian D'Alelio" userId="fad6f47ead6693d3" providerId="LiveId" clId="{E33E7222-44D9-4CC3-852D-CC34DD70F19A}" dt="2025-12-01T01:11:52.762" v="270" actId="700"/>
          <ac:spMkLst>
            <pc:docMk/>
            <pc:sldMk cId="435228279" sldId="257"/>
            <ac:spMk id="9" creationId="{3E7CEA86-86D5-AAC8-9251-48E171839C0F}"/>
          </ac:spMkLst>
        </pc:spChg>
        <pc:spChg chg="add del mod ord">
          <ac:chgData name="Brian D'Alelio" userId="fad6f47ead6693d3" providerId="LiveId" clId="{E33E7222-44D9-4CC3-852D-CC34DD70F19A}" dt="2025-12-01T01:11:52.762" v="270" actId="700"/>
          <ac:spMkLst>
            <pc:docMk/>
            <pc:sldMk cId="435228279" sldId="257"/>
            <ac:spMk id="10" creationId="{DD181CE0-AF23-E8D7-B506-FE30A7A253B6}"/>
          </ac:spMkLst>
        </pc:spChg>
        <pc:spChg chg="add del mod ord">
          <ac:chgData name="Brian D'Alelio" userId="fad6f47ead6693d3" providerId="LiveId" clId="{E33E7222-44D9-4CC3-852D-CC34DD70F19A}" dt="2025-12-01T01:11:52.762" v="270" actId="700"/>
          <ac:spMkLst>
            <pc:docMk/>
            <pc:sldMk cId="435228279" sldId="257"/>
            <ac:spMk id="11" creationId="{D3D5F887-D8CE-6244-7C02-45CDF502B3B5}"/>
          </ac:spMkLst>
        </pc:spChg>
        <pc:spChg chg="add del mod ord">
          <ac:chgData name="Brian D'Alelio" userId="fad6f47ead6693d3" providerId="LiveId" clId="{E33E7222-44D9-4CC3-852D-CC34DD70F19A}" dt="2025-12-01T01:14:58.386" v="352" actId="700"/>
          <ac:spMkLst>
            <pc:docMk/>
            <pc:sldMk cId="435228279" sldId="257"/>
            <ac:spMk id="12" creationId="{A5B19E63-0C58-4C80-ABF0-D3D0B8C858A3}"/>
          </ac:spMkLst>
        </pc:spChg>
        <pc:spChg chg="add del mod ord">
          <ac:chgData name="Brian D'Alelio" userId="fad6f47ead6693d3" providerId="LiveId" clId="{E33E7222-44D9-4CC3-852D-CC34DD70F19A}" dt="2025-12-01T01:14:58.386" v="352" actId="700"/>
          <ac:spMkLst>
            <pc:docMk/>
            <pc:sldMk cId="435228279" sldId="257"/>
            <ac:spMk id="13" creationId="{45A9CD72-DE44-0F44-AA60-48C774F759D1}"/>
          </ac:spMkLst>
        </pc:spChg>
        <pc:spChg chg="add del mod ord">
          <ac:chgData name="Brian D'Alelio" userId="fad6f47ead6693d3" providerId="LiveId" clId="{E33E7222-44D9-4CC3-852D-CC34DD70F19A}" dt="2025-12-01T01:16:50.684" v="353" actId="700"/>
          <ac:spMkLst>
            <pc:docMk/>
            <pc:sldMk cId="435228279" sldId="257"/>
            <ac:spMk id="14" creationId="{E0651D5E-82CA-4F9C-F589-C4A935D30957}"/>
          </ac:spMkLst>
        </pc:spChg>
        <pc:spChg chg="add del mod ord">
          <ac:chgData name="Brian D'Alelio" userId="fad6f47ead6693d3" providerId="LiveId" clId="{E33E7222-44D9-4CC3-852D-CC34DD70F19A}" dt="2025-12-01T01:19:32.812" v="354" actId="931"/>
          <ac:spMkLst>
            <pc:docMk/>
            <pc:sldMk cId="435228279" sldId="257"/>
            <ac:spMk id="15" creationId="{F940C20D-94A1-7298-B5E5-D8079365B5E1}"/>
          </ac:spMkLst>
        </pc:spChg>
        <pc:spChg chg="add del mod ord">
          <ac:chgData name="Brian D'Alelio" userId="fad6f47ead6693d3" providerId="LiveId" clId="{E33E7222-44D9-4CC3-852D-CC34DD70F19A}" dt="2025-12-01T01:19:53.415" v="359" actId="931"/>
          <ac:spMkLst>
            <pc:docMk/>
            <pc:sldMk cId="435228279" sldId="257"/>
            <ac:spMk id="16" creationId="{AF5E8E3D-2204-B391-CF99-AFD86648E88F}"/>
          </ac:spMkLst>
        </pc:spChg>
        <pc:picChg chg="add mod">
          <ac:chgData name="Brian D'Alelio" userId="fad6f47ead6693d3" providerId="LiveId" clId="{E33E7222-44D9-4CC3-852D-CC34DD70F19A}" dt="2025-12-01T01:19:37.825" v="358" actId="962"/>
          <ac:picMkLst>
            <pc:docMk/>
            <pc:sldMk cId="435228279" sldId="257"/>
            <ac:picMk id="18" creationId="{E521BFA2-2F32-3381-EBE2-468ABB337240}"/>
          </ac:picMkLst>
        </pc:picChg>
        <pc:picChg chg="add mod">
          <ac:chgData name="Brian D'Alelio" userId="fad6f47ead6693d3" providerId="LiveId" clId="{E33E7222-44D9-4CC3-852D-CC34DD70F19A}" dt="2025-12-01T01:19:56.531" v="363" actId="962"/>
          <ac:picMkLst>
            <pc:docMk/>
            <pc:sldMk cId="435228279" sldId="257"/>
            <ac:picMk id="20" creationId="{C1071F09-2F67-2740-E6D2-0B9558993836}"/>
          </ac:picMkLst>
        </pc:picChg>
      </pc:sldChg>
      <pc:sldChg chg="addSp delSp modSp new mod modClrScheme chgLayout">
        <pc:chgData name="Brian D'Alelio" userId="fad6f47ead6693d3" providerId="LiveId" clId="{E33E7222-44D9-4CC3-852D-CC34DD70F19A}" dt="2025-12-01T01:41:15.575" v="441" actId="20577"/>
        <pc:sldMkLst>
          <pc:docMk/>
          <pc:sldMk cId="3439636132" sldId="258"/>
        </pc:sldMkLst>
        <pc:spChg chg="del mod ord">
          <ac:chgData name="Brian D'Alelio" userId="fad6f47ead6693d3" providerId="LiveId" clId="{E33E7222-44D9-4CC3-852D-CC34DD70F19A}" dt="2025-12-01T01:32:53.512" v="364" actId="700"/>
          <ac:spMkLst>
            <pc:docMk/>
            <pc:sldMk cId="3439636132" sldId="258"/>
            <ac:spMk id="2" creationId="{8A9A8F14-5B06-8DA1-C5A1-A06EF92990F4}"/>
          </ac:spMkLst>
        </pc:spChg>
        <pc:spChg chg="del mod ord">
          <ac:chgData name="Brian D'Alelio" userId="fad6f47ead6693d3" providerId="LiveId" clId="{E33E7222-44D9-4CC3-852D-CC34DD70F19A}" dt="2025-12-01T01:32:53.512" v="364" actId="700"/>
          <ac:spMkLst>
            <pc:docMk/>
            <pc:sldMk cId="3439636132" sldId="258"/>
            <ac:spMk id="3" creationId="{F6208DD6-61CC-07E1-68AD-0E2B3BE82FB7}"/>
          </ac:spMkLst>
        </pc:spChg>
        <pc:spChg chg="add mod ord">
          <ac:chgData name="Brian D'Alelio" userId="fad6f47ead6693d3" providerId="LiveId" clId="{E33E7222-44D9-4CC3-852D-CC34DD70F19A}" dt="2025-12-01T01:41:15.575" v="441" actId="20577"/>
          <ac:spMkLst>
            <pc:docMk/>
            <pc:sldMk cId="3439636132" sldId="258"/>
            <ac:spMk id="4" creationId="{3B7C458E-CA30-8F47-B0E3-57D815249B9D}"/>
          </ac:spMkLst>
        </pc:spChg>
        <pc:spChg chg="add del mod ord">
          <ac:chgData name="Brian D'Alelio" userId="fad6f47ead6693d3" providerId="LiveId" clId="{E33E7222-44D9-4CC3-852D-CC34DD70F19A}" dt="2025-12-01T01:33:06.796" v="365" actId="931"/>
          <ac:spMkLst>
            <pc:docMk/>
            <pc:sldMk cId="3439636132" sldId="258"/>
            <ac:spMk id="5" creationId="{0C2F00AA-F953-3C53-F20B-FED10210D460}"/>
          </ac:spMkLst>
        </pc:spChg>
        <pc:spChg chg="add del mod ord">
          <ac:chgData name="Brian D'Alelio" userId="fad6f47ead6693d3" providerId="LiveId" clId="{E33E7222-44D9-4CC3-852D-CC34DD70F19A}" dt="2025-12-01T01:33:15.787" v="370" actId="931"/>
          <ac:spMkLst>
            <pc:docMk/>
            <pc:sldMk cId="3439636132" sldId="258"/>
            <ac:spMk id="6" creationId="{4E273E11-64FD-C08F-6F4D-78A79FAB53BF}"/>
          </ac:spMkLst>
        </pc:spChg>
        <pc:picChg chg="add mod">
          <ac:chgData name="Brian D'Alelio" userId="fad6f47ead6693d3" providerId="LiveId" clId="{E33E7222-44D9-4CC3-852D-CC34DD70F19A}" dt="2025-12-01T01:33:09.419" v="369" actId="962"/>
          <ac:picMkLst>
            <pc:docMk/>
            <pc:sldMk cId="3439636132" sldId="258"/>
            <ac:picMk id="8" creationId="{414DEC30-E9FB-EF5F-F786-7657BEFA9570}"/>
          </ac:picMkLst>
        </pc:picChg>
        <pc:picChg chg="add mod">
          <ac:chgData name="Brian D'Alelio" userId="fad6f47ead6693d3" providerId="LiveId" clId="{E33E7222-44D9-4CC3-852D-CC34DD70F19A}" dt="2025-12-01T01:33:18.125" v="374" actId="962"/>
          <ac:picMkLst>
            <pc:docMk/>
            <pc:sldMk cId="3439636132" sldId="258"/>
            <ac:picMk id="10" creationId="{545338A5-E6E6-AD31-050B-6B86ECA62CE8}"/>
          </ac:picMkLst>
        </pc:picChg>
      </pc:sldChg>
      <pc:sldChg chg="addSp delSp modSp new del mod setBg modClrScheme delDesignElem chgLayout">
        <pc:chgData name="Brian D'Alelio" userId="fad6f47ead6693d3" providerId="LiveId" clId="{E33E7222-44D9-4CC3-852D-CC34DD70F19A}" dt="2025-12-01T02:16:08.481" v="619" actId="47"/>
        <pc:sldMkLst>
          <pc:docMk/>
          <pc:sldMk cId="1436771284" sldId="259"/>
        </pc:sldMkLst>
        <pc:spChg chg="del mod ord">
          <ac:chgData name="Brian D'Alelio" userId="fad6f47ead6693d3" providerId="LiveId" clId="{E33E7222-44D9-4CC3-852D-CC34DD70F19A}" dt="2025-12-01T01:41:51.212" v="443" actId="700"/>
          <ac:spMkLst>
            <pc:docMk/>
            <pc:sldMk cId="1436771284" sldId="259"/>
            <ac:spMk id="2" creationId="{2DDB071F-79D4-CBF5-A242-1BA37D841F76}"/>
          </ac:spMkLst>
        </pc:spChg>
        <pc:spChg chg="del mod ord">
          <ac:chgData name="Brian D'Alelio" userId="fad6f47ead6693d3" providerId="LiveId" clId="{E33E7222-44D9-4CC3-852D-CC34DD70F19A}" dt="2025-12-01T01:41:51.212" v="443" actId="700"/>
          <ac:spMkLst>
            <pc:docMk/>
            <pc:sldMk cId="1436771284" sldId="259"/>
            <ac:spMk id="3" creationId="{966BC1FB-4702-2CA5-C9B9-E714DC15F25E}"/>
          </ac:spMkLst>
        </pc:spChg>
        <pc:spChg chg="add mod ord">
          <ac:chgData name="Brian D'Alelio" userId="fad6f47ead6693d3" providerId="LiveId" clId="{E33E7222-44D9-4CC3-852D-CC34DD70F19A}" dt="2025-12-01T02:15:56.222" v="617" actId="700"/>
          <ac:spMkLst>
            <pc:docMk/>
            <pc:sldMk cId="1436771284" sldId="259"/>
            <ac:spMk id="4" creationId="{FAEEC051-88CA-571D-D856-7A6848D3B9AB}"/>
          </ac:spMkLst>
        </pc:spChg>
        <pc:spChg chg="add del mod ord">
          <ac:chgData name="Brian D'Alelio" userId="fad6f47ead6693d3" providerId="LiveId" clId="{E33E7222-44D9-4CC3-852D-CC34DD70F19A}" dt="2025-12-01T01:42:02.096" v="444" actId="931"/>
          <ac:spMkLst>
            <pc:docMk/>
            <pc:sldMk cId="1436771284" sldId="259"/>
            <ac:spMk id="5" creationId="{E7677836-0574-0FE4-069B-B8CBC350513E}"/>
          </ac:spMkLst>
        </pc:spChg>
        <pc:spChg chg="add del mod ord">
          <ac:chgData name="Brian D'Alelio" userId="fad6f47ead6693d3" providerId="LiveId" clId="{E33E7222-44D9-4CC3-852D-CC34DD70F19A}" dt="2025-12-01T01:42:11.903" v="449" actId="931"/>
          <ac:spMkLst>
            <pc:docMk/>
            <pc:sldMk cId="1436771284" sldId="259"/>
            <ac:spMk id="6" creationId="{D5FB925B-C2A1-4B92-5237-F7FEC289118D}"/>
          </ac:spMkLst>
        </pc:spChg>
        <pc:spChg chg="add del mod">
          <ac:chgData name="Brian D'Alelio" userId="fad6f47ead6693d3" providerId="LiveId" clId="{E33E7222-44D9-4CC3-852D-CC34DD70F19A}" dt="2025-12-01T01:55:01.669" v="455" actId="931"/>
          <ac:spMkLst>
            <pc:docMk/>
            <pc:sldMk cId="1436771284" sldId="259"/>
            <ac:spMk id="12" creationId="{96EF8C73-C20E-8171-BBDB-CE3624883A1D}"/>
          </ac:spMkLst>
        </pc:spChg>
        <pc:spChg chg="add del mod">
          <ac:chgData name="Brian D'Alelio" userId="fad6f47ead6693d3" providerId="LiveId" clId="{E33E7222-44D9-4CC3-852D-CC34DD70F19A}" dt="2025-12-01T02:08:14.308" v="482"/>
          <ac:spMkLst>
            <pc:docMk/>
            <pc:sldMk cId="1436771284" sldId="259"/>
            <ac:spMk id="15" creationId="{CF140E50-2468-D196-B6CF-0D1D07F463A3}"/>
          </ac:spMkLst>
        </pc:spChg>
        <pc:spChg chg="add mod ord">
          <ac:chgData name="Brian D'Alelio" userId="fad6f47ead6693d3" providerId="LiveId" clId="{E33E7222-44D9-4CC3-852D-CC34DD70F19A}" dt="2025-12-01T02:15:56.222" v="617" actId="700"/>
          <ac:spMkLst>
            <pc:docMk/>
            <pc:sldMk cId="1436771284" sldId="259"/>
            <ac:spMk id="18" creationId="{7A3383E8-4D5F-68A6-9367-1D5E58742733}"/>
          </ac:spMkLst>
        </pc:spChg>
        <pc:spChg chg="add del">
          <ac:chgData name="Brian D'Alelio" userId="fad6f47ead6693d3" providerId="LiveId" clId="{E33E7222-44D9-4CC3-852D-CC34DD70F19A}" dt="2025-12-01T02:09:33.714" v="490" actId="26606"/>
          <ac:spMkLst>
            <pc:docMk/>
            <pc:sldMk cId="1436771284" sldId="259"/>
            <ac:spMk id="28" creationId="{6576A321-2C04-4E8E-B7C0-22588C9C5E7A}"/>
          </ac:spMkLst>
        </pc:spChg>
        <pc:spChg chg="add del">
          <ac:chgData name="Brian D'Alelio" userId="fad6f47ead6693d3" providerId="LiveId" clId="{E33E7222-44D9-4CC3-852D-CC34DD70F19A}" dt="2025-12-01T02:09:33.714" v="490" actId="26606"/>
          <ac:spMkLst>
            <pc:docMk/>
            <pc:sldMk cId="1436771284" sldId="259"/>
            <ac:spMk id="29" creationId="{61B2A784-4501-42A8-86DF-DB27DE395089}"/>
          </ac:spMkLst>
        </pc:spChg>
        <pc:spChg chg="add del">
          <ac:chgData name="Brian D'Alelio" userId="fad6f47ead6693d3" providerId="LiveId" clId="{E33E7222-44D9-4CC3-852D-CC34DD70F19A}" dt="2025-12-01T02:09:40.965" v="492" actId="26606"/>
          <ac:spMkLst>
            <pc:docMk/>
            <pc:sldMk cId="1436771284" sldId="259"/>
            <ac:spMk id="31" creationId="{0EF2A0DA-AE81-4A45-972E-646AC2870C2F}"/>
          </ac:spMkLst>
        </pc:spChg>
        <pc:picChg chg="add mod ord">
          <ac:chgData name="Brian D'Alelio" userId="fad6f47ead6693d3" providerId="LiveId" clId="{E33E7222-44D9-4CC3-852D-CC34DD70F19A}" dt="2025-12-01T02:14:41.746" v="616" actId="14100"/>
          <ac:picMkLst>
            <pc:docMk/>
            <pc:sldMk cId="1436771284" sldId="259"/>
            <ac:picMk id="8" creationId="{F1E84ED0-329A-10B3-595C-4BBB6251F1E5}"/>
          </ac:picMkLst>
        </pc:picChg>
        <pc:picChg chg="add del mod">
          <ac:chgData name="Brian D'Alelio" userId="fad6f47ead6693d3" providerId="LiveId" clId="{E33E7222-44D9-4CC3-852D-CC34DD70F19A}" dt="2025-12-01T01:47:18.707" v="454" actId="21"/>
          <ac:picMkLst>
            <pc:docMk/>
            <pc:sldMk cId="1436771284" sldId="259"/>
            <ac:picMk id="10" creationId="{814C5D59-71F5-E55F-BEF0-1265B61EF360}"/>
          </ac:picMkLst>
        </pc:picChg>
        <pc:picChg chg="add mod ord">
          <ac:chgData name="Brian D'Alelio" userId="fad6f47ead6693d3" providerId="LiveId" clId="{E33E7222-44D9-4CC3-852D-CC34DD70F19A}" dt="2025-12-01T02:15:56.222" v="617" actId="700"/>
          <ac:picMkLst>
            <pc:docMk/>
            <pc:sldMk cId="1436771284" sldId="259"/>
            <ac:picMk id="14" creationId="{C7E6C16D-DA1F-6FA7-362E-90857125DE33}"/>
          </ac:picMkLst>
        </pc:picChg>
        <pc:picChg chg="add del">
          <ac:chgData name="Brian D'Alelio" userId="fad6f47ead6693d3" providerId="LiveId" clId="{E33E7222-44D9-4CC3-852D-CC34DD70F19A}" dt="2025-12-01T02:09:40.965" v="493" actId="26606"/>
          <ac:picMkLst>
            <pc:docMk/>
            <pc:sldMk cId="1436771284" sldId="259"/>
            <ac:picMk id="21" creationId="{0D78F8DF-3E28-42C3-B1C8-5A591036A6EE}"/>
          </ac:picMkLst>
        </pc:picChg>
        <pc:picChg chg="add del">
          <ac:chgData name="Brian D'Alelio" userId="fad6f47ead6693d3" providerId="LiveId" clId="{E33E7222-44D9-4CC3-852D-CC34DD70F19A}" dt="2025-12-01T02:09:27.746" v="488" actId="26606"/>
          <ac:picMkLst>
            <pc:docMk/>
            <pc:sldMk cId="1436771284" sldId="259"/>
            <ac:picMk id="26" creationId="{0D78F8DF-3E28-42C3-B1C8-5A591036A6EE}"/>
          </ac:picMkLst>
        </pc:picChg>
        <pc:picChg chg="add del">
          <ac:chgData name="Brian D'Alelio" userId="fad6f47ead6693d3" providerId="LiveId" clId="{E33E7222-44D9-4CC3-852D-CC34DD70F19A}" dt="2025-12-01T02:09:40.965" v="492" actId="26606"/>
          <ac:picMkLst>
            <pc:docMk/>
            <pc:sldMk cId="1436771284" sldId="259"/>
            <ac:picMk id="32" creationId="{B536FA4E-0152-4E27-91DA-0FC22D1846BB}"/>
          </ac:picMkLst>
        </pc:picChg>
        <pc:picChg chg="add del">
          <ac:chgData name="Brian D'Alelio" userId="fad6f47ead6693d3" providerId="LiveId" clId="{E33E7222-44D9-4CC3-852D-CC34DD70F19A}" dt="2025-12-01T02:15:56.222" v="617" actId="700"/>
          <ac:picMkLst>
            <pc:docMk/>
            <pc:sldMk cId="1436771284" sldId="259"/>
            <ac:picMk id="34" creationId="{F15A1844-5CB8-438B-B90E-EF2A51CF87B6}"/>
          </ac:picMkLst>
        </pc:picChg>
      </pc:sldChg>
      <pc:sldChg chg="addSp delSp modSp new mod setBg">
        <pc:chgData name="Brian D'Alelio" userId="fad6f47ead6693d3" providerId="LiveId" clId="{E33E7222-44D9-4CC3-852D-CC34DD70F19A}" dt="2025-12-01T02:30:46.230" v="1247" actId="20577"/>
        <pc:sldMkLst>
          <pc:docMk/>
          <pc:sldMk cId="588674893" sldId="260"/>
        </pc:sldMkLst>
        <pc:spChg chg="mod">
          <ac:chgData name="Brian D'Alelio" userId="fad6f47ead6693d3" providerId="LiveId" clId="{E33E7222-44D9-4CC3-852D-CC34DD70F19A}" dt="2025-12-01T02:17:20.423" v="705" actId="20577"/>
          <ac:spMkLst>
            <pc:docMk/>
            <pc:sldMk cId="588674893" sldId="260"/>
            <ac:spMk id="2" creationId="{DC7A1DAA-B002-7EB2-5DBB-CC6D4340FF8E}"/>
          </ac:spMkLst>
        </pc:spChg>
        <pc:spChg chg="del">
          <ac:chgData name="Brian D'Alelio" userId="fad6f47ead6693d3" providerId="LiveId" clId="{E33E7222-44D9-4CC3-852D-CC34DD70F19A}" dt="2025-12-01T02:16:26.844" v="620" actId="931"/>
          <ac:spMkLst>
            <pc:docMk/>
            <pc:sldMk cId="588674893" sldId="260"/>
            <ac:spMk id="3" creationId="{9841AB00-4D70-F5E3-25A0-66DFC0CAC2B6}"/>
          </ac:spMkLst>
        </pc:spChg>
        <pc:spChg chg="del">
          <ac:chgData name="Brian D'Alelio" userId="fad6f47ead6693d3" providerId="LiveId" clId="{E33E7222-44D9-4CC3-852D-CC34DD70F19A}" dt="2025-12-01T02:16:31.653" v="623" actId="931"/>
          <ac:spMkLst>
            <pc:docMk/>
            <pc:sldMk cId="588674893" sldId="260"/>
            <ac:spMk id="4" creationId="{BA7333A7-EEA4-8908-C58D-0AA31AE73300}"/>
          </ac:spMkLst>
        </pc:spChg>
        <pc:spChg chg="add mod">
          <ac:chgData name="Brian D'Alelio" userId="fad6f47ead6693d3" providerId="LiveId" clId="{E33E7222-44D9-4CC3-852D-CC34DD70F19A}" dt="2025-12-01T02:30:46.230" v="1247" actId="20577"/>
          <ac:spMkLst>
            <pc:docMk/>
            <pc:sldMk cId="588674893" sldId="260"/>
            <ac:spMk id="12" creationId="{0F6CB291-D986-A0B9-C540-8A199DFA0AF5}"/>
          </ac:spMkLst>
        </pc:spChg>
        <pc:picChg chg="add mod">
          <ac:chgData name="Brian D'Alelio" userId="fad6f47ead6693d3" providerId="LiveId" clId="{E33E7222-44D9-4CC3-852D-CC34DD70F19A}" dt="2025-12-01T02:16:36.966" v="626" actId="26606"/>
          <ac:picMkLst>
            <pc:docMk/>
            <pc:sldMk cId="588674893" sldId="260"/>
            <ac:picMk id="6" creationId="{A7D3F4D0-FFEB-ABCC-7024-36173712F2B6}"/>
          </ac:picMkLst>
        </pc:picChg>
        <pc:picChg chg="add mod">
          <ac:chgData name="Brian D'Alelio" userId="fad6f47ead6693d3" providerId="LiveId" clId="{E33E7222-44D9-4CC3-852D-CC34DD70F19A}" dt="2025-12-01T02:16:39.153" v="628" actId="962"/>
          <ac:picMkLst>
            <pc:docMk/>
            <pc:sldMk cId="588674893" sldId="260"/>
            <ac:picMk id="8" creationId="{768F69EC-3AB5-7ED9-1ADB-ADEFCC81C082}"/>
          </ac:picMkLst>
        </pc:picChg>
        <pc:picChg chg="add">
          <ac:chgData name="Brian D'Alelio" userId="fad6f47ead6693d3" providerId="LiveId" clId="{E33E7222-44D9-4CC3-852D-CC34DD70F19A}" dt="2025-12-01T02:16:36.966" v="626" actId="26606"/>
          <ac:picMkLst>
            <pc:docMk/>
            <pc:sldMk cId="588674893" sldId="260"/>
            <ac:picMk id="15" creationId="{F15A1844-5CB8-438B-B90E-EF2A51CF87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8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9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02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7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5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4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1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66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57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8520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26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41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16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26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4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701B8F7-1F4E-45AF-BB10-F9CCD3C81E9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5930A3C-E9DB-41CB-A5AA-32C2B380F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203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1EDD-A815-6FBC-5918-B01EE50972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Science Salary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7793F-9C0C-33C0-9EC3-3D33E7203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933523"/>
          </a:xfrm>
        </p:spPr>
        <p:txBody>
          <a:bodyPr/>
          <a:lstStyle/>
          <a:p>
            <a:endParaRPr lang="en-US" dirty="0"/>
          </a:p>
          <a:p>
            <a:pPr algn="l"/>
            <a:r>
              <a:rPr lang="en-US" sz="1600" dirty="0"/>
              <a:t>Prepared for the CEO</a:t>
            </a:r>
          </a:p>
          <a:p>
            <a:pPr algn="l"/>
            <a:r>
              <a:rPr lang="en-US" sz="1600" dirty="0"/>
              <a:t>By Brian D’Alelio</a:t>
            </a:r>
          </a:p>
          <a:p>
            <a:pPr algn="l"/>
            <a:r>
              <a:rPr lang="en-US" sz="1600" dirty="0"/>
              <a:t>11/28/2025</a:t>
            </a:r>
          </a:p>
        </p:txBody>
      </p:sp>
    </p:spTree>
    <p:extLst>
      <p:ext uri="{BB962C8B-B14F-4D97-AF65-F5344CB8AC3E}">
        <p14:creationId xmlns:p14="http://schemas.microsoft.com/office/powerpoint/2010/main" val="2916541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A4B0-8958-6E03-4628-5B15414E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Salaries Rise Sharply with Experience</a:t>
            </a:r>
          </a:p>
        </p:txBody>
      </p:sp>
      <p:pic>
        <p:nvPicPr>
          <p:cNvPr id="18" name="Content Placeholder 17" descr="A screenshot of a graph">
            <a:extLst>
              <a:ext uri="{FF2B5EF4-FFF2-40B4-BE49-F238E27FC236}">
                <a16:creationId xmlns:a16="http://schemas.microsoft.com/office/drawing/2014/main" id="{E521BFA2-2F32-3381-EBE2-468ABB33724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5" y="3037580"/>
            <a:ext cx="3419952" cy="1448002"/>
          </a:xfrm>
        </p:spPr>
      </p:pic>
      <p:pic>
        <p:nvPicPr>
          <p:cNvPr id="20" name="Content Placeholder 19" descr="A graph of a bar graph">
            <a:extLst>
              <a:ext uri="{FF2B5EF4-FFF2-40B4-BE49-F238E27FC236}">
                <a16:creationId xmlns:a16="http://schemas.microsoft.com/office/drawing/2014/main" id="{C1071F09-2F67-2740-E6D2-0B95589938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63" y="2270465"/>
            <a:ext cx="5065712" cy="2982233"/>
          </a:xfrm>
        </p:spPr>
      </p:pic>
    </p:spTree>
    <p:extLst>
      <p:ext uri="{BB962C8B-B14F-4D97-AF65-F5344CB8AC3E}">
        <p14:creationId xmlns:p14="http://schemas.microsoft.com/office/powerpoint/2010/main" val="43522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7C458E-CA30-8F47-B0E3-57D81524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U.S. Salaries Rank Among the Highest Worldwide</a:t>
            </a:r>
          </a:p>
        </p:txBody>
      </p:sp>
      <p:pic>
        <p:nvPicPr>
          <p:cNvPr id="8" name="Content Placeholder 7" descr="A table with numbers and letters">
            <a:extLst>
              <a:ext uri="{FF2B5EF4-FFF2-40B4-BE49-F238E27FC236}">
                <a16:creationId xmlns:a16="http://schemas.microsoft.com/office/drawing/2014/main" id="{414DEC30-E9FB-EF5F-F786-7657BEFA95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73" y="2170684"/>
            <a:ext cx="4782217" cy="3181794"/>
          </a:xfrm>
        </p:spPr>
      </p:pic>
      <p:pic>
        <p:nvPicPr>
          <p:cNvPr id="10" name="Content Placeholder 9" descr="A graph of blue and orange bars">
            <a:extLst>
              <a:ext uri="{FF2B5EF4-FFF2-40B4-BE49-F238E27FC236}">
                <a16:creationId xmlns:a16="http://schemas.microsoft.com/office/drawing/2014/main" id="{545338A5-E6E6-AD31-050B-6B86ECA62C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63" y="2531518"/>
            <a:ext cx="5065712" cy="2460127"/>
          </a:xfrm>
        </p:spPr>
      </p:pic>
    </p:spTree>
    <p:extLst>
      <p:ext uri="{BB962C8B-B14F-4D97-AF65-F5344CB8AC3E}">
        <p14:creationId xmlns:p14="http://schemas.microsoft.com/office/powerpoint/2010/main" val="343963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1DAA-B002-7EB2-5DBB-CC6D4340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5168052" cy="11176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/>
              <a:t>Compensation by Job Title and Conclusion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F6CB291-D986-A0B9-C540-8A199DFA0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6" y="1828800"/>
            <a:ext cx="5168052" cy="3962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FF5D36"/>
              </a:buClr>
            </a:pPr>
            <a:r>
              <a:rPr lang="en-US" dirty="0"/>
              <a:t>To hire someone who can drive data science within the entire organization and potentially grow a team in the future, the realistic competitive range is $130,000-$150,000 USD. </a:t>
            </a:r>
          </a:p>
          <a:p>
            <a:pPr>
              <a:buClr>
                <a:srgbClr val="FF5D36"/>
              </a:buClr>
            </a:pPr>
            <a:r>
              <a:rPr lang="en-US" dirty="0"/>
              <a:t>Our analysis suggests we are targeting a senior-level data scientist, and this range aligns with both global market data and the compensation norms for similar roles.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5A1844-5CB8-438B-B90E-EF2A51CF8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586695" y="1"/>
            <a:ext cx="5605305" cy="6858000"/>
          </a:xfrm>
          <a:prstGeom prst="rect">
            <a:avLst/>
          </a:prstGeom>
        </p:spPr>
      </p:pic>
      <p:pic>
        <p:nvPicPr>
          <p:cNvPr id="6" name="Content Placeholder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A7D3F4D0-FFEB-ABCC-7024-36173712F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521" y="609601"/>
            <a:ext cx="3377410" cy="2507158"/>
          </a:xfrm>
          <a:prstGeom prst="rect">
            <a:avLst/>
          </a:prstGeom>
        </p:spPr>
      </p:pic>
      <p:pic>
        <p:nvPicPr>
          <p:cNvPr id="8" name="Content Placeholder 7" descr="A graph of a number of people">
            <a:extLst>
              <a:ext uri="{FF2B5EF4-FFF2-40B4-BE49-F238E27FC236}">
                <a16:creationId xmlns:a16="http://schemas.microsoft.com/office/drawing/2014/main" id="{768F69EC-3AB5-7ED9-1ADB-ADEFCC81C0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936" y="3426950"/>
            <a:ext cx="3874581" cy="220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748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143</TotalTime>
  <Words>93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Calisto MT</vt:lpstr>
      <vt:lpstr>Wingdings 2</vt:lpstr>
      <vt:lpstr>Slate</vt:lpstr>
      <vt:lpstr>Data Science Salary Analysis</vt:lpstr>
      <vt:lpstr>Salaries Rise Sharply with Experience</vt:lpstr>
      <vt:lpstr>U.S. Salaries Rank Among the Highest Worldwide</vt:lpstr>
      <vt:lpstr>Compensation by Job Title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M D'Alelio</dc:creator>
  <cp:lastModifiedBy>Brian M D'Alelio</cp:lastModifiedBy>
  <cp:revision>1</cp:revision>
  <dcterms:created xsi:type="dcterms:W3CDTF">2025-11-30T15:13:55Z</dcterms:created>
  <dcterms:modified xsi:type="dcterms:W3CDTF">2025-12-01T02:31:01Z</dcterms:modified>
</cp:coreProperties>
</file>